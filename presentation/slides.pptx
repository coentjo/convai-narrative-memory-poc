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Human-Like Memory for Virtual Humans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Making AI forget like humans do</a:t>
            </a:r>
            <a:br/>
            <a:br/>
            <a:r>
              <a:rPr/>
              <a:t>Coen Crombach &amp; Lonn van Bokhorst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October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Human-Like Memory for Virtual Humans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Making AI forget like humans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Coen Crombach &amp; Lonn van Bokhorst</a:t>
            </a:r>
          </a:p>
          <a:p>
            <a:pPr lvl="0" indent="0" marL="0">
              <a:buNone/>
            </a:pPr>
            <a:r>
              <a:rPr/>
              <a:t>Research Group IxD • Fontys University</a:t>
            </a:r>
          </a:p>
          <a:p>
            <a:pPr lvl="0" indent="0" marL="0">
              <a:buNone/>
            </a:pPr>
            <a:r>
              <a:rPr/>
              <a:t>October 2025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Problem with AI Memory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Current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</a:t>
            </a:r>
            <a:r>
              <a:rPr b="1"/>
              <a:t>Perfect Recall</a:t>
            </a:r>
            <a:r>
              <a:rPr/>
              <a:t> “On October 15th at 14:32:17 you said…”</a:t>
            </a:r>
          </a:p>
          <a:p>
            <a:pPr lvl="0" indent="0" marL="0">
              <a:buNone/>
            </a:pPr>
            <a:r>
              <a:rPr/>
              <a:t>🤖 </a:t>
            </a:r>
            <a:r>
              <a:rPr b="1"/>
              <a:t>Total Amnesia</a:t>
            </a:r>
            <a:r>
              <a:rPr/>
              <a:t> “I don’t remember our previous conversation”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Humans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👤 </a:t>
            </a:r>
            <a:r>
              <a:rPr b="1"/>
              <a:t>Fuzzy Memory</a:t>
            </a:r>
            <a:r>
              <a:rPr/>
              <a:t> “Last week we talked about… something important”</a:t>
            </a:r>
          </a:p>
          <a:p>
            <a:pPr lvl="0" indent="0" marL="0">
              <a:buNone/>
            </a:pPr>
            <a:r>
              <a:rPr/>
              <a:t>👤 </a:t>
            </a:r>
            <a:r>
              <a:rPr b="1"/>
              <a:t>Selective Forgetting</a:t>
            </a:r>
            <a:r>
              <a:rPr/>
              <a:t> “I remember the meeting but not what I wore”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Our Solution: The Ebbinghaus Curve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Memory Retention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94%</a:t>
            </a:r>
            <a:r>
              <a:rPr/>
              <a:t> after 30 days</a:t>
            </a:r>
          </a:p>
          <a:p>
            <a:pPr lvl="0"/>
            <a:r>
              <a:rPr b="1"/>
              <a:t>70%</a:t>
            </a:r>
            <a:r>
              <a:rPr/>
              <a:t> after 180 days (6 months)</a:t>
            </a:r>
          </a:p>
          <a:p>
            <a:pPr lvl="0"/>
            <a:r>
              <a:rPr b="1"/>
              <a:t>48%</a:t>
            </a:r>
            <a:r>
              <a:rPr/>
              <a:t> after 1 year</a:t>
            </a:r>
          </a:p>
          <a:p>
            <a:pPr lvl="0" indent="0" marL="0">
              <a:buNone/>
            </a:pPr>
            <a:r>
              <a:rPr/>
              <a:t>Exponential decay from 100% to ~23% over 2 years</a:t>
            </a:r>
          </a:p>
          <a:p>
            <a:pPr lvl="0" indent="0" marL="0">
              <a:buNone/>
            </a:pPr>
            <a:r>
              <a:rPr/>
              <a:t>🎬 </a:t>
            </a:r>
            <a:r>
              <a:rPr b="1"/>
              <a:t>LIVE DEMO: Time Travel Memory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Important Things Resist Forgetting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Memory Activation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Memory Activation = Similarity × Decay × Salience
                   ↑          ↑       ↑
               How relevant  How old  How important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Recent Trivial:</a:t>
            </a:r>
            <a:r>
              <a:rPr/>
              <a:t> 0.4 × 0.998 × 0.3 = </a:t>
            </a:r>
            <a:r>
              <a:rPr b="1"/>
              <a:t>0.12</a:t>
            </a:r>
          </a:p>
          <a:p>
            <a:pPr lvl="0" indent="0" marL="0">
              <a:buNone/>
            </a:pPr>
            <a:r>
              <a:rPr b="1"/>
              <a:t>Old Critical:</a:t>
            </a:r>
            <a:r>
              <a:rPr/>
              <a:t> 0.6 × 0.70 × 2.5 = </a:t>
            </a:r>
            <a:r>
              <a:rPr b="1"/>
              <a:t>1.05</a:t>
            </a:r>
            <a:r>
              <a:rPr/>
              <a:t> ← Wins!</a:t>
            </a:r>
          </a:p>
          <a:p>
            <a:pPr lvl="0" indent="0" marL="0">
              <a:buNone/>
            </a:pPr>
            <a:r>
              <a:rPr/>
              <a:t>🎬 </a:t>
            </a:r>
            <a:r>
              <a:rPr b="1"/>
              <a:t>LIVE DEMO: Importance Beats Recency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This Means for Virtual Humans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Personalized Assistance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Remembers your preferences</a:t>
            </a:r>
          </a:p>
          <a:p>
            <a:pPr lvl="0"/>
            <a:r>
              <a:rPr/>
              <a:t>Forgets your typos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🤝 Relationship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Builds authentic connections over time</a:t>
            </a:r>
          </a:p>
          <a:p>
            <a:pPr lvl="0"/>
            <a:r>
              <a:rPr/>
              <a:t>Natural conversation continuity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Multi-Agent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Shared important knowledge</a:t>
            </a:r>
          </a:p>
          <a:p>
            <a:pPr lvl="0"/>
            <a:r>
              <a:rPr/>
              <a:t>Individual personality perspectives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Architecture (Lonn’s Masterpiece)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Memory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📝 Indexer    →    🧠 Resonance    →    💬 Reteller
     ↓                  ↓                    ↓
  Stores            Finds                Makes
 memories         relevant            human-like
                    ones</a:t>
            </a:r>
          </a:p>
          <a:p>
            <a:pPr lvl="0" indent="0" marL="0">
              <a:buNone/>
            </a:pPr>
            <a:r>
              <a:rPr b="1"/>
              <a:t>Connected by:</a:t>
            </a:r>
            <a:r>
              <a:rPr/>
              <a:t> Kafka Streams + Qdrant Vector DB</a:t>
            </a:r>
          </a:p>
          <a:p>
            <a:pPr lvl="0" indent="0" marL="0">
              <a:buNone/>
            </a:pPr>
            <a:r>
              <a:rPr/>
              <a:t>📊 Optional: Show the Science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What’s Next: 12-Week Roadmap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Weeks 1-3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Multi-agent shared memories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Weeks 4-6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🎭 Character-driven retelling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Weeks 7-8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🔒 Security &amp; privacy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Weeks 9-10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⚡ Scale testing (100+ agents)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Weeks 11-12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Virtual Human integration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Coen Crombach</a:t>
            </a:r>
            <a:r>
              <a:rPr/>
              <a:t> - c.crombach@fontys.nl</a:t>
            </a:r>
          </a:p>
          <a:p>
            <a:pPr lvl="0" indent="0" marL="0">
              <a:buNone/>
            </a:pPr>
            <a:r>
              <a:rPr b="1"/>
              <a:t>Lonn van Bokhorst</a:t>
            </a:r>
            <a:r>
              <a:rPr/>
              <a:t> - l.vanbokhorst@fontys.nl</a:t>
            </a:r>
          </a:p>
          <a:p>
            <a:pPr lvl="0" indent="0" marL="0">
              <a:buNone/>
            </a:pPr>
            <a:r>
              <a:rPr/>
              <a:t>GitHub: Research-Group-IxD/convai-narrative-memory-poc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“This isn’t just better AI - it’s more human AI”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Human-Like Memory for Virtual Humans</dc:title>
  <dc:creator>Coen Crombach &amp; Lonn van Bokhorst</dc:creator>
  <cp:keywords/>
  <dcterms:created xsi:type="dcterms:W3CDTF">2025-11-06T14:33:17Z</dcterms:created>
  <dcterms:modified xsi:type="dcterms:W3CDTF">2025-11-06T14:33:17Z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October 2025</vt:lpwstr>
  </property>
  <property fmtid="{D5CDD505-2E9C-101B-9397-08002B2CF9AE}" pid="3" name="subtitle">
    <vt:lpwstr>Making AI forget like humans do</vt:lpwstr>
  </property>
</Properties>
</file>